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TestRail – Jira Workstation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257175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19910"/>
            <a:ext cx="8229600" cy="6508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A0C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Triage AI Tool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719070"/>
            <a:ext cx="8229600" cy="6877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Project </a:t>
            </a:r>
            <a:r>
              <a:rPr lang="en-IN" altLang="en-US" sz="25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IN" altLang="en-US" sz="2500" i="1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17373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 My Projects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374904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37490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TestRail – Jira Workstation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Triage AI Tool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023360" cy="173736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0972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 POCs Completed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1481328"/>
            <a:ext cx="3749040" cy="18288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72768"/>
            <a:ext cx="37490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1 – Jira Linking Automation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5 – Jira Alignment Assistant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6 – Test Data Generator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7 – Analyze &amp; Predict Jira 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9 – Knowledge Assistant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26005" y="3150235"/>
            <a:ext cx="4023360" cy="169164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9460" y="3150235"/>
            <a:ext cx="3049270" cy="370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Action Items Delivered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82215" y="3555238"/>
            <a:ext cx="374904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66010" y="3795395"/>
            <a:ext cx="3981450" cy="9455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Item 1 – Validate Existing Defects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Item 3 – Handle </a:t>
            </a:r>
            <a:r>
              <a:rPr lang="en-IN" alt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</a:t>
            </a: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/Cloned Defects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93008"/>
            <a:ext cx="374904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1 – Jira Linking Automation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linking was time-consuming and error-prone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automated sync between TestRail runs and Jira tickets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dashboard.html: Form</a:t>
            </a: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popup</a:t>
            </a:r>
            <a:r>
              <a:rPr lang="en-US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to enter Jira ticket details</a:t>
            </a:r>
            <a:endParaRPr lang="en-US" altLang="en-US" sz="12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jira_client.py: Creates a Jira ticket using a POST request</a:t>
            </a:r>
            <a:endParaRPr lang="en-US" altLang="en-US" sz="12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app.py: REST endpoint triggers linking via TestRail &amp; Jira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tools route calls through mcp_</a:t>
            </a: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Easily link un</a:t>
            </a:r>
            <a:r>
              <a:rPr lang="en-IN" altLang="en-US" sz="1200" dirty="0"/>
              <a:t>linked</a:t>
            </a:r>
            <a:r>
              <a:rPr lang="en-US" altLang="en-US" sz="1200" dirty="0"/>
              <a:t> test cases</a:t>
            </a:r>
            <a:r>
              <a:rPr lang="en-IN" altLang="en-US" sz="1200" dirty="0"/>
              <a:t> by creating jira ticket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manual linking effort</a:t>
            </a: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switch between testrail and jira site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Tech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(app.py) · TestRail REST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 REST API (jira_client.py)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LLM · MCP 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· JSON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5 – Jira Alignment Assistant (Jira Side)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Users had to manually search Jira for issue details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Time-consuming to find relevant tickets and information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Lack of a quick, centralized way to query Jira data</a:t>
            </a:r>
            <a:endParaRPr lang="en-US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455" y="1259840"/>
            <a:ext cx="4023360" cy="12985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100" dirty="0"/>
              <a:t>jira_chatbot.py: Handles user queries and routes them to the appropriate tools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jira_client.py: Fetches Jira data (issues, status, details) via Jira APIs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chatbot.py: Uses LLM to understand queries and decide which Jira function to call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app.py: Exposes REST endpoints to interact with the Jira Query Assistant</a:t>
            </a:r>
            <a:endParaRPr lang="en-US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Quickly fetch Jira information using natural language queries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Reduces manual searching effort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Improves productivity and response time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Provides a centralized and user-friendly way to access Jira data</a:t>
            </a:r>
            <a:endParaRPr lang="en-US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Tech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 REST API · jira_client.py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LLM · Flask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Server · Python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6 – Test Data Generator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Manual creation of test documents for printer testing was time-consuming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Difficult to generate documents with specific formats, sizes, and content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Increased effort and inconsistency in testing different scenarios</a:t>
            </a:r>
            <a:endParaRPr lang="en-US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Dashboard (UI): Collects user inputs like document content, format, size, and number of pages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document_loader.py: Processes input and generates documents based on requirements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app.py: Handles backend logic, generation requests, preview, and download functionality</a:t>
            </a:r>
            <a:endParaRPr lang="en-US" alt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Automates document generation for printer testing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Saves time and reduces manual effort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Ensures consistency in test data creation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Allows users to preview and download documents easily</a:t>
            </a:r>
            <a:endParaRPr lang="en-US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Tech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Frontend: Dashboard UI (HTML, CSS, JavaScript)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Backend: Flask (Python)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Document Generation: Python libraries (ReportLab / docx / PDF generators)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Input Processing: Custom document_loader.py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API Handling: REST APIs via app.py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7 – Analyze &amp; Predict Jira Database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Difficulty in selecting the right database and assignee while creating Jira tickets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Decisions were made manually without using historical data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Increased chances of incorrect assignment and delays in issue resolution</a:t>
            </a:r>
            <a:endParaRPr lang="en-US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455" y="1300480"/>
            <a:ext cx="4023360" cy="12795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100" dirty="0"/>
              <a:t>Dashboard (UI): Displays analytics and recommendations for suitable database and assignee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jira_client.py: Fetches historical Jira data (past tickets, assignees, databases)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jira_chatbot.py: Analyzes keywords and predicts the best database and assignee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app.py: Handles API calls and triggers prediction during ticket creation (popup modal)</a:t>
            </a:r>
            <a:endParaRPr lang="en-US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Suggests the most suitable database and assignee based on past data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Reduces manual decision-making effort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Improves accuracy in ticket assignment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Speeds up issue resolution and workflow efficiency</a:t>
            </a:r>
            <a:endParaRPr lang="en-US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Tech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 REST API · jira_client.py</a:t>
            </a:r>
            <a:endParaRPr lang="en-US" sz="12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Analysis - jira_chatbot.py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 LLM · Flask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Python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 9 – Knowledge Assistant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7015" y="1307465"/>
            <a:ext cx="40995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Users had to manually go through documents to understand workflows and processes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Difficult to quickly find specific information or clarify doubts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Time-consuming and inefficient for new users or onboarding</a:t>
            </a:r>
            <a:endParaRPr lang="en-US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2030" y="1250950"/>
            <a:ext cx="4168140" cy="13823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100" dirty="0"/>
              <a:t>Dashboard (Chatbot UI): Allows users to ask questions related to the project/document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rag_loader.py: Implements RAG and loads the document into the backend for retrieval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IN" altLang="en-US" sz="1100" dirty="0"/>
              <a:t>TJWs</a:t>
            </a:r>
            <a:r>
              <a:rPr lang="en-US" altLang="en-US" sz="1100" dirty="0"/>
              <a:t>.doc: Contains complete workflow, guidelines, and usage of TestRail–Jira workstation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IN" altLang="en-US" sz="1100" dirty="0"/>
              <a:t>Knowledge_assistant.py</a:t>
            </a:r>
            <a:r>
              <a:rPr lang="en-US" altLang="en-US" sz="1100" dirty="0"/>
              <a:t> (RAG system): Retrieves relevant content from the document and generates accurate responses</a:t>
            </a:r>
            <a:endParaRPr lang="en-US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Provides instant answers to user queries from the document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Eliminates the need to manually search through long documents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Helps users quickly understand workflows and resolve doubts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Improves productivity and onboarding experience</a:t>
            </a:r>
            <a:endParaRPr lang="en-US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Tech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IN" altLang="en-US" sz="1200" dirty="0"/>
              <a:t>RAG Implementation -</a:t>
            </a:r>
            <a:r>
              <a:rPr lang="en-US" altLang="en-US" sz="1200" dirty="0"/>
              <a:t> (</a:t>
            </a:r>
            <a:r>
              <a:rPr lang="en-IN" altLang="en-US" sz="1200" dirty="0"/>
              <a:t>rag_loader</a:t>
            </a:r>
            <a:r>
              <a:rPr lang="en-US" altLang="en-US" sz="1200" dirty="0"/>
              <a:t>.py)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Chatbot Integration (chatbot.py)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LLM: Ollama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Backend: Flask (Python)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Data Handling: Excel (openpyxl)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Item 1 – Validate Existing Defects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Duplicate Jira defects were being created for similar or identical test cases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No validation before creating a new defect for unlinked test cases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Increased redundancy and confusion in defect tracking</a:t>
            </a:r>
            <a:endParaRPr lang="en-US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100" dirty="0"/>
              <a:t>Dashboard (UI): Displays matching test cases with similar details before ticket creation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testrail_client.py: Fetches test case data from TestRail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fetch_testcases.py: Performs similarity check (title, description, priority, etc.) across project test cases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app.py: Handles API flow, comparison logic, and linking process</a:t>
            </a:r>
            <a:endParaRPr lang="en-US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Prevents duplicate defect creation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Improves consistency in defect management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Saves time by reusing existing Jira tickets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Enhances accuracy through validation before linking</a:t>
            </a:r>
            <a:endParaRPr lang="en-US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Flow</a:t>
            </a:r>
            <a:endParaRPr lang="en-IN" alt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1032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User attempts to link an unlinked test case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System performs similarity check across existing test cases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Exact/strong matches are displayed on the dashboard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User selects a match → views comparison preview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If valid, user clicks Link → links to existing Jira ticket (no new ticket created)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Item 3 – Handle </a:t>
            </a:r>
            <a:r>
              <a:rPr lang="en-IN" alt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</a:t>
            </a: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/ Cloned Defects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Duplicate or cloned defects were difficult to track in Jira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No centralized way to view all cloned tickets of a specific issue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Led to redundancy and confusion in defect management</a:t>
            </a:r>
            <a:endParaRPr lang="en-US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236980"/>
            <a:ext cx="4206240" cy="13963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100" dirty="0"/>
              <a:t>Dashboard (UI): Right-side section “Cloned Ticket Check” where user enters a Jira ticket ID (e.g., STPI-18)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jira_client.py: Fetches ticket details and identifies cloned tickets using Jira APIs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jira_mcp_server.py: Handles MCP-based communication and processes cloned ticket data</a:t>
            </a:r>
            <a:endParaRPr lang="en-US" altLang="en-US" sz="1100" dirty="0"/>
          </a:p>
          <a:p>
            <a:pPr marL="342900" indent="-342900">
              <a:buSzPct val="100000"/>
              <a:buChar char="•"/>
            </a:pPr>
            <a:r>
              <a:rPr lang="en-US" altLang="en-US" sz="1100" dirty="0"/>
              <a:t>app.py: Manages API requests, triggers fetch logic, and returns results to UI</a:t>
            </a:r>
            <a:endParaRPr lang="en-US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Provides visibility into all cloned/duplicate defects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Reduces redundancy and improves defect tracking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Helps teams manage and clean up duplicate tickets efficiently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Saves time in manually searching for related cloned issues</a:t>
            </a:r>
            <a:endParaRPr lang="en-US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Flow</a:t>
            </a:r>
            <a:endParaRPr lang="en-IN" alt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10455" y="3119755"/>
            <a:ext cx="4023360" cy="15709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User enters a Jira ticket ID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System retrieves all related cloned tickets using the cloned field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Displays ticket details along with total cloned count on dashboard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91440"/>
            <a:ext cx="685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2 – Triage AI Tool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" y="914400"/>
            <a:ext cx="4206240" cy="178308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914400"/>
            <a:ext cx="4206240" cy="3474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Problem Statements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Engineers manually write JQL to query Jira — slow and error-prone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chatbots can't adapt tools to unique query patterns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 queries like 'my open tickets' required hardcoding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0624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Workflow (My Code)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307592"/>
            <a:ext cx="40233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 Query Assistant: LLM converts natural language → dynamic JQL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calling: model selects appropriate Jira endpoint at runtime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User-centric context: resolves 'my tickets' via session credentials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tool creation: new tool schemas generated from user intent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062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" y="2834640"/>
            <a:ext cx="42062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Benefits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Engineers query Jira in plain English — no JQL knowledge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personalized queries ('my bugs', 'my sprint') accurately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Self-extending: new query types added without code changes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triage meeting prep time significantly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83464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Tech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3227832"/>
            <a:ext cx="40233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(Mistral:7b)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(tool use / function calling)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Jira REST API · Dynamic JQL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- 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</a:t>
            </a: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Python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IN" alt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Session-based Auth</a:t>
            </a:r>
            <a:endParaRPr lang="en-US" sz="12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IN" altLang="en-US" sz="1200" dirty="0"/>
              <a:t>HTML, CSS &amp; JS - Chatbot UI for responses</a:t>
            </a:r>
            <a:endParaRPr lang="en-IN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7900</Words>
  <Application>WPS Presentation</Application>
  <PresentationFormat>On-screen Show (16:9)</PresentationFormat>
  <Paragraphs>273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TestRail–Jira Workstation &amp; Triage AI Tool</dc:title>
  <dc:creator>PptxGenJS</dc:creator>
  <dc:subject>PptxGenJS Presentation</dc:subject>
  <cp:lastModifiedBy>Karan Manickam</cp:lastModifiedBy>
  <cp:revision>2</cp:revision>
  <dcterms:created xsi:type="dcterms:W3CDTF">2026-04-12T10:20:00Z</dcterms:created>
  <dcterms:modified xsi:type="dcterms:W3CDTF">2026-04-12T12:29:29Z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16FA1D735ADB4DBDA6F1BC8CC0419752_12</vt:lpwstr>
  </property>
</Properties>
</file>